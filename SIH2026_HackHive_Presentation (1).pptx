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640080"/>
            <a:ext cx="3291840" cy="3291840"/>
          </a:xfrm>
          <a:prstGeom prst="hexagon">
            <a:avLst/>
          </a:prstGeom>
          <a:solidFill>
            <a:srgbClr val="EDEFF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1920240"/>
            <a:ext cx="2377440" cy="2377440"/>
          </a:xfrm>
          <a:prstGeom prst="hexagon">
            <a:avLst/>
          </a:prstGeom>
          <a:solidFill>
            <a:srgbClr val="EDEFF2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3291840"/>
            <a:ext cx="2194560" cy="2194560"/>
          </a:xfrm>
          <a:prstGeom prst="hexagon">
            <a:avLst/>
          </a:prstGeom>
          <a:solidFill>
            <a:srgbClr val="EDEFF2"/>
          </a:solidFill>
          <a:ln/>
        </p:spPr>
      </p:sp>
      <p:pic>
        <p:nvPicPr>
          <p:cNvPr id="5" name="Image 0" descr="/home/claude/sih/extracted/p0_1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92608"/>
            <a:ext cx="3291840" cy="1554480"/>
          </a:xfrm>
          <a:prstGeom prst="rect">
            <a:avLst/>
          </a:prstGeom>
        </p:spPr>
      </p:pic>
      <p:pic>
        <p:nvPicPr>
          <p:cNvPr id="6" name="Image 1" descr="/home/claude/sih/extracted/p0_0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2148840"/>
            <a:ext cx="2651760" cy="2834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3200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8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85800" y="19659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SIH26037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85800" y="2441448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Path Planning and Collision Avoidance for Autonomous Vehicles on Unstructured Indian Roads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85800" y="332841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85800" y="3803904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5800" y="427939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TEAM-142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85800" y="47548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HackHive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1732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3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HackHive</a:t>
            </a:r>
            <a:endParaRPr lang="en-US" sz="1200" dirty="0"/>
          </a:p>
        </p:txBody>
      </p:sp>
      <p:pic>
        <p:nvPicPr>
          <p:cNvPr id="4" name="Image 0" descr="/home/claude/sih/extracted/p0_1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148840" cy="1014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F4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1155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Self-Driving Car Built for Indian Roads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1064240" cy="905256"/>
          </a:xfrm>
          <a:prstGeom prst="roundRect">
            <a:avLst>
              <a:gd name="adj" fmla="val 7071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057400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21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0574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2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72768" y="194767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Everything on the Road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669280" y="1947672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LiDAR and radar are fused together to spot cars, rickshaws, two-wheelers, pushcarts, pedestrians and even animals.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11064240" cy="905256"/>
          </a:xfrm>
          <a:prstGeom prst="roundRect">
            <a:avLst>
              <a:gd name="adj" fmla="val 7071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3108960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8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1089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8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72768" y="299923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What Happens Next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669280" y="2999232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road user's likely next move is forecast, so the vehicle reacts before a conflict happens, not after.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11064240" cy="905256"/>
          </a:xfrm>
          <a:prstGeom prst="roundRect">
            <a:avLst>
              <a:gd name="adj" fmla="val 7071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4160520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1605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844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572768" y="405079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Replan in Real Time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669280" y="4050792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 path is generated and continuously updated - even where there are no lane markings, signals, or predictable merging.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5029200"/>
            <a:ext cx="11064240" cy="905256"/>
          </a:xfrm>
          <a:prstGeom prst="roundRect">
            <a:avLst>
              <a:gd name="adj" fmla="val 7071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7240" y="5212080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2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52120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2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572768" y="510235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for Indian Conditions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669280" y="5102352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across 5 real Indian road scenarios and judged on replanning speed, path smoothness and safe-completion rate.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 - HackHive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521440" y="654710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1732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3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HackHive</a:t>
            </a:r>
            <a:endParaRPr lang="en-US" sz="1200" dirty="0"/>
          </a:p>
        </p:txBody>
      </p:sp>
      <p:pic>
        <p:nvPicPr>
          <p:cNvPr id="4" name="Image 0" descr="/home/claude/sih/extracted/p0_1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148840" cy="1014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F4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1155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Perceive → Predict → Plan → Replan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MATLAB and Simulink.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RoadRunner generates village roads, unsignalled intersections and market-area scenes; Automated Driving Toolbox fuses camera, LiDAR and radar; Navigation Toolbox, Stateflow and Deep Learning Toolbox handle planning, decision logic and object detection.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2F6FA"/>
          </a:solidFill>
          <a:ln w="15875">
            <a:solidFill>
              <a:srgbClr val="1F48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099816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8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Perceive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1792" y="3447288"/>
            <a:ext cx="17282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spots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users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04872" y="3465576"/>
            <a:ext cx="329184" cy="201168"/>
          </a:xfrm>
          <a:prstGeom prst="rightArrow">
            <a:avLst/>
          </a:prstGeom>
          <a:solidFill>
            <a:srgbClr val="E8721C"/>
          </a:solidFill>
          <a:ln/>
        </p:spPr>
      </p:sp>
      <p:sp>
        <p:nvSpPr>
          <p:cNvPr id="12" name="Shape 9"/>
          <p:cNvSpPr/>
          <p:nvPr/>
        </p:nvSpPr>
        <p:spPr>
          <a:xfrm>
            <a:off x="2715768" y="29718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2F6FA"/>
          </a:solidFill>
          <a:ln w="15875">
            <a:solidFill>
              <a:srgbClr val="1F487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15768" y="3099816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8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788920" y="3447288"/>
            <a:ext cx="17282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each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agent's motion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0" y="3465576"/>
            <a:ext cx="329184" cy="201168"/>
          </a:xfrm>
          <a:prstGeom prst="rightArrow">
            <a:avLst/>
          </a:prstGeom>
          <a:solidFill>
            <a:srgbClr val="E8721C"/>
          </a:solidFill>
          <a:ln/>
        </p:spPr>
      </p:sp>
      <p:sp>
        <p:nvSpPr>
          <p:cNvPr id="16" name="Shape 13"/>
          <p:cNvSpPr/>
          <p:nvPr/>
        </p:nvSpPr>
        <p:spPr>
          <a:xfrm>
            <a:off x="4882896" y="29718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2F6FA"/>
          </a:solidFill>
          <a:ln w="15875">
            <a:solidFill>
              <a:srgbClr val="1F48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82896" y="3099816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8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956048" y="3447288"/>
            <a:ext cx="17282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collision-free path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739128" y="3465576"/>
            <a:ext cx="329184" cy="201168"/>
          </a:xfrm>
          <a:prstGeom prst="rightArrow">
            <a:avLst/>
          </a:prstGeom>
          <a:solidFill>
            <a:srgbClr val="E8721C"/>
          </a:solidFill>
          <a:ln/>
        </p:spPr>
      </p:sp>
      <p:sp>
        <p:nvSpPr>
          <p:cNvPr id="20" name="Shape 17"/>
          <p:cNvSpPr/>
          <p:nvPr/>
        </p:nvSpPr>
        <p:spPr>
          <a:xfrm>
            <a:off x="7050024" y="29718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2F6FA"/>
          </a:solidFill>
          <a:ln w="15875">
            <a:solidFill>
              <a:srgbClr val="1F487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0024" y="3099816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8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Decide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123176" y="3447288"/>
            <a:ext cx="17282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Stateflow rules for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&amp; crossings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906256" y="3465576"/>
            <a:ext cx="329184" cy="201168"/>
          </a:xfrm>
          <a:prstGeom prst="rightArrow">
            <a:avLst/>
          </a:prstGeom>
          <a:solidFill>
            <a:srgbClr val="E8721C"/>
          </a:solidFill>
          <a:ln/>
        </p:spPr>
      </p:sp>
      <p:sp>
        <p:nvSpPr>
          <p:cNvPr id="24" name="Shape 21"/>
          <p:cNvSpPr/>
          <p:nvPr/>
        </p:nvSpPr>
        <p:spPr>
          <a:xfrm>
            <a:off x="9217152" y="29718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2F6FA"/>
          </a:solidFill>
          <a:ln w="15875">
            <a:solidFill>
              <a:srgbClr val="1F487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17152" y="3099816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8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Actuate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290304" y="3447288"/>
            <a:ext cx="17282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dynamics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path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050024" y="4297680"/>
            <a:ext cx="1874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E844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50024" y="42976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Replan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repeats in real time whenever a new obstacle or collision risk appears.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241944" y="4544568"/>
            <a:ext cx="-6609740" cy="0"/>
          </a:xfrm>
          <a:prstGeom prst="line">
            <a:avLst/>
          </a:prstGeom>
          <a:noFill/>
          <a:ln w="15875">
            <a:solidFill>
              <a:srgbClr val="1E8449"/>
            </a:solidFill>
            <a:prstDash val="dash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 - HackHive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521440" y="654710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1732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3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HackHive</a:t>
            </a:r>
            <a:endParaRPr lang="en-US" sz="1200" dirty="0"/>
          </a:p>
        </p:txBody>
      </p:sp>
      <p:pic>
        <p:nvPicPr>
          <p:cNvPr id="4" name="Image 0" descr="/home/claude/sih/extracted/p0_1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148840" cy="1014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F4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1155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Grounded in a Proven Toolchain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MathWorks toolchain end-to-end - MATLAB &amp; Simulink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Driving Dataset (IDD) for real-world road users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RoadRunner sample scenes for scenario generation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hardware needed to validate in simulation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468112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1F48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 &amp; HOW WE HANDLE IT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5603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behaviour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285292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Animals, jaywalking pedestrians and crowded market scenes.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92240" y="36118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 build-up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90448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predictions backed by simple rule-based safety logic.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92240" y="46634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response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92240" y="495604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Replanning speed tuned before adding harder scenarios.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 - HackHive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521440" y="654710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1732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3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HackHive</a:t>
            </a:r>
            <a:endParaRPr lang="en-US" sz="1200" dirty="0"/>
          </a:p>
        </p:txBody>
      </p:sp>
      <p:pic>
        <p:nvPicPr>
          <p:cNvPr id="4" name="Image 0" descr="/home/claude/sih/extracted/p0_1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148840" cy="1014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F4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1155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Matters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8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8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63040" y="213055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 for India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269748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AV researchers, students and OEMs a benchmark platform for Indian mixed-traffic conditions - closing a gap left by planners built for structured, Western-style roads.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8745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21488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2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2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178040" y="213055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Fewer Accidents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37960" y="269748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outcomes in chaotic, mixed-traffic zones where conventional lane-based systems struggle.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0233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844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63040" y="42793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De-risked Development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22960" y="48463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AV development for the Indian market before costly real-world trials.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63640" y="40233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37960" y="42976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87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379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8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178040" y="42793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Smoother, Efficient Paths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537960" y="48463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Better-planned paths mean less unnecessary braking and lower fuel use.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 - HackHive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521440" y="654710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1732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3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HackHive</a:t>
            </a:r>
            <a:endParaRPr lang="en-US" sz="1200" dirty="0"/>
          </a:p>
        </p:txBody>
      </p:sp>
      <p:pic>
        <p:nvPicPr>
          <p:cNvPr id="4" name="Image 0" descr="/home/claude/sih/extracted/p0_1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148840" cy="1014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F4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1155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Grounded in Real Data &amp; Documentation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202082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21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2020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80160" y="1947672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Driving Dataset (IDD)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92240" y="194767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idd.insaan.iiit.ac.in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67919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" y="282549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48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2825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80160" y="2752344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Traffic Dataset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2752344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road-condition traffic data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48386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9808" y="36301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844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3630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280160" y="3557016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MathWorks Automated Driving Toolbox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3557016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RoadRunner sample scenes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428853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9808" y="443484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487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9808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280160" y="4361688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MathWorks Navigation Toolbox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92240" y="436168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Stateflow &amp; Vehicle Dynamics Blockset docs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48640" y="5257800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100" kern="0" dirty="0">
                <a:solidFill>
                  <a:srgbClr val="1F48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DETECT.  PREDICT.  PLAN.  REPLAN.  DRIVE SAFELY.</a:t>
            </a:r>
            <a:endParaRPr lang="en-US" sz="1900" dirty="0"/>
          </a:p>
        </p:txBody>
      </p:sp>
      <p:sp>
        <p:nvSpPr>
          <p:cNvPr id="29" name="Shap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 - HackHive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521440" y="654710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2026-09-10T03:20:15Z</dcterms:created>
  <dcterms:modified xsi:type="dcterms:W3CDTF">2026-09-10T03:20:15Z</dcterms:modified>
</cp:coreProperties>
</file>